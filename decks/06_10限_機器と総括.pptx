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第10時限　18:00 – 19:00　業務別教育6</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10 — Task-Specific Training 6</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警報装置その他の機器の使用方法</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本日の総括</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Security Equipment and Systems — and Today's Summary</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警報設備の全体像</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Overview of Security Equipment</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自分の現場にある設備を分類でき、それぞれが何を知らせるかを説明できる。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classify the equipment on your site, and explain what each of them reports.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防災設備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Safety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・自動火災報知設備 ― 受信機、感知器、発信機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alarm system: panel, detectors, call points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・消火設備 ― 消火器、屋内消火栓、スプリンクラー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Firefighting: extinguishers, hydrants, sprinklers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・防排煙設備 ― 防火戸、防煙垂れ壁、排煙口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Smoke control: fire doors, smoke barriers, vents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・非常放送、誘導灯、非常用照明</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exit signs, emergency lighting</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防犯設備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Systems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・侵入警報 ― 扉、窓、空間センサー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Intrusion alarm: door, window and space sensors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・入退室管理 ― カードリーダー、電気錠、ログ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Access control: readers, electric locks, logs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・防犯カメラ ― 監視、録画、検索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CCTV: monitoring, recording, retrieval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・非常通報装置、インターホン</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Emergency call points and intercoms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通信機器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Communications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・携帯無線機。交話要領は本コマで扱う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Handheld radios. Procedure is covered in this session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・固定電話、非常電話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Fixed lines and emergency phones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・業務用端末。私物との使い分けを明確にする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Work devices. Keep them clearly separate from personal 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・通信手段が使えない場合の代替を、あらかじめ決めておく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the fallback before communications fail</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共通する原則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Principles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・機器は異常を知らせる。判断は人が行う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Equipment reports a condition. People make the decision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・操作方法を知らない機器は触らない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touch equipment you have not been trained 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・音を止めることは目的ではない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Silencing an alarm is not the objective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・作動した記録は残る。操作した事実も記録する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are logged. Record your operations too</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受信機と発報対応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Fire Panel and Responding to an Activation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発報時の確認順序を述べ、火災と断定してよい時点を説明できる。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order of checks on activation, and when you may declare a fire.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確認の順序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Order of Checks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・地区表示を読む。何階、どの区画か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the zone display: which floor, which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・一報を入れてから動く。動いてからでは遅い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before you move, not after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・現場を確認する。目視するまで断定しない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Verify on site. Do not conclude before you have seen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・連動の作動状況を確認する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which linked systems have operated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発報は火災の確定ではない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An Activation Is Not a Confirmed Fire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・発報は、感知器が作動したという事実にすぎない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activation only means a detector operated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・非火災報の原因 ― 蒸気、埃、調理、工事、殺虫剤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Non-fire causes: steam, dust, cooking, construction, insecticide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・無線では「3階東区画、発報。現場確認に向かいます」と伝える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the radio: "Third floor east zone, activation, going to verify"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・確認前に「火事です」と言わない。判断が固定される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say "fire" before verifying. It locks in a conclusion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現場での確認</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Checking on Site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・扉に触れて熱を確認する。熱ければ開けない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 the door to check for heat. If it is hot, do not open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・煙の有無、臭気、音を確認する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for smoke, smell and sound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・単独で確認に行かない。行く場合は所在を伝えて行く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verify alone. If you must, tell someone where you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・複数区画の発報は、非火災報の可能性が下がる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in several zones make a non-fire cause less likely</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判断が変わる情報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Information That Changes the Picture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・「煙は見えない」は火災を否定する根拠にならない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smoke visible" does not rule out a fire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・感知器の位置と、人がいる位置は異なる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detector is not where the people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・第2報が出た場合は、判断を切り替える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a second zone activates, change your assessment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・迷った場合は、火災として動く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in doubt, act as though it is a fire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連動、避難誘導、無線交話要領</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Linked Systems, Evacuation Guidance, and Radio Procedure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連動で経路が変わることを踏まえて誘導でき、無線を英語と日本語で運用できる。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guide people knowing the routes change, and use the radio in English and Japanese.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連動</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Linked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・防火戸、防排煙 ― 閉鎖により通行できる経路が変わる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doors and smoke control: closures change the usable routes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 ― 放送が優先される。放送中は無線が通りにくい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takes priority. Radio traffic suffers while it runs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・エレベーター管制 ― 避難階へ降りて停止する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Lifts descend to the evacuation floor and stop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・シャッター ― 降下した先に人が残っていないか確認する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Shutters: check nobody is left on the far side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避難誘導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Evacuation Guidance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・階段誘導が前提になる。エレベーターは使わせない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Assume stairs. Do not let people use the lifts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・大きな声で、短い言葉で。方向を手で示す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Loud voice, short words. Point the direction with your hand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・外国語の来訪者には「This way, please」と方向指示で足りる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non-Japanese visitors, "this way, please" plus a gesture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・取り残しの確認は、担当区分に従って行う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Sweep for anyone left behind, according to your assigned area</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英語（主）</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English (primary)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・構成：呼出 → 応答 → 用件 → 復唱 → 終話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Structure: call, answer, message, read-back, close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this is [自分]" → "Go ahead"</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then yourself, then hand 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・Over（送信終わり）／Out（交信終了）／Say again／Stand by</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Over, Out, Say again, Stand by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・Roger、Copy は受信了解。Over and out は使わない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Roger and Copy mean received. Never say "over and out"</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日本語（副）と原則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Japanese (secondary) and Rules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・「◯◯、こちら△△、どうぞ」「以上」「再送願います」「了解」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name yourself, hand over; then out, say again, roger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・数字は一桁ずつ（7＝なな、0＝まる）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numbers one digit at a time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・平文で話す。符丁を使わない。個人情報を無線に乗せない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Plain language. No codes. No personal data by radio</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・参考：NATO（Alpha, Bravo…）、和文通話表（朝日のア…）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Reference only: NATO and Japanese phonetic alphabets</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ログとカメラ画像の管理</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Managing Logs and Footage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ログと画像が証拠になることを踏まえ、保全と開示の扱いを説明できる。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preservation and disclosure, knowing that logs and footage are evidence.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証拠としての性質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Their Nature as Evidence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・後の調査、懲戒、訴訟で証拠になる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become evidence in later investigation, discipline and litigation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・同時に個人情報でもある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are also personal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・上書きされると回復できない。時間の制約がある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overwritten they cannot be recovered. There is a time limit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・最初に気づくのは、多くの場合その場にいた警備員である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guard on the spot is usually the first to notice they matter</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保全の依頼</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Requesting Preservation</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・事案を認知したら、上書き前に保全を依頼する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becoming aware of an incident, request preservation before overwrite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・対象を特定して伝える。日時、区画、カメラ番号</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Specify the target: date and time, zone, camera number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・依頼した事実と時刻を記録する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asked, and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・依頼先が不在の場合は、緊急連絡体制の次順位者へ</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 contact is away, go to the next person in the call-out list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見る・渡すの制限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Limits on Viewing and Handing Over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・目的外に見ない。関心があるという理由で再生しない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view outside the purpose. Curiosity is not a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・持ち出さない、撮影しない、投稿しない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remove, photograph or post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・開示の可否を警備員が判断しない。上長とクライアントへ取り次ぐ</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does not decide on disclosure. Refer to the supervisor and client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・閲覧した事実そのものを記録する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the fact that a viewing took place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求められたときの言い方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to Say When Asked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・「私には開示の判断ができません。担当へお繋ぎします」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able to decide on that. Let me connect you with the right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・相手が社員でも、その場では見せない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show it on the spot, even to an employee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・身分証の提示を求めることは失礼ではない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see identification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・断ったこと、その理由、時刻を記録する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declined, why, and when</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総合演習</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10-A — Integrated Exercise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40分、受信機が3階東区画で発報。ほぼ同時刻、入退室ログに、退職者に返却済みのはずのカードによる3階の解錠記録。防火戸が閉鎖。管理権者は不在で電話がつながらない。勤務中の警備員は、あなたを含めて2名。</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18:40. The fire panel activates in the third-floor east zone. At almost the same time, the access log records a third-floor unlock by a card a leaver should have returned. Fire doors have closed. The site authority is away and unreachable. Two guards are on duty, including you.</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最初の60秒に何を行うか。2名をどう配置するか。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do first? How do you deploy two people?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通報するか。110番か119番か、両方か。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call? Police, fire, or both?</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保全すべきログと画像は何か。管理権者不在のとき誰に依頼するか。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must be preserved? With the authority away, who do you ask?</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何を後回しにするか。その判断の根拠は何か。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leave until later, and on what basis?</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3階の社員から「煙は見えない」と無線が入った。判断を変えるか。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 employee on the third floor radios: "no smoke visible." Does that change your decision?</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Deployment, who decides on the call, and who to ask for preservation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上司が入退室ログの提供を求める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10-B — A Manager Asks You for the Access Log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21時、クライアント企業の部長が防災センターに来る。「うちの部員が備品を持ち出した疑いがある。今日の入退室ログとエレベーターホールのカメラ画像を、いま見せてほしい」と述べる。相手はクライアント側の管理職で、日頃から警備に協力的である。上長は不在。</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21:00. A department head from the client company comes to the security office. "One of my staff may have taken equipment. I want to see today's access log and the lift-lobby footage now." They are a client manager who has always been cooperative. Your supervisor is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クライアントの管理職であることは、開示の根拠になるか。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being a client manager justify disclosure?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警備員に開示の可否を判断する権限はあるか。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a guard have authority to decide on disclosure?</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decline, what do you say? Can you decline without damaging the relationship?</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保全の依頼は受けてよいか。開示との違いは何か。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accept a request to preserve? How does that differ from disclosure?</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相手が「では、私が見るのではなく、あなたが見て教えてほしい」と述べた。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"Then do not show me. You look, and tell me what you see."</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disclosure, how preservation requests are accepted, and the record format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AAR ― 振り返り（After Action Review）</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AAR — After Action Review</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AAR は事案や訓練の直後に行う振り返りです。原則は、犯人探しをしないことです。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 AAR is a review held immediately after an incident or exercise. The rule is: no blame.</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何が起きるはずだったか。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was supposed to happen?</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実際には何が起きたか。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actually happened?</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なぜ差が生じたか。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Why was there a difference?</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次に何を変えるか。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will we do differently?</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最後に、各自が明日から変える行動を1つ、声に出して述べます。</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To close, each person states aloud one thing they will change from tomorrow.</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確認テストと修了</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Assessment and Close</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確認テスト10問（15分）。解答と解説はその場で行います。回答は日本語・英語どちらでも可。</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Ten questions, fifteen minutes. Answers follow immediately. Answer in Japanese or English.</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何を守っているのか ― People / Asset / Reputation。</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What am I protecting? People, Asset, or Reputation.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どの立場で動くのか ― 私人か、補助者か。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In what capacity am I acting? Citizen, or delegated agent.</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その手段は最小限か ― 越えた場合、何の罪に当たるか。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Is this the minimum action? If I exceed it, what offence does it become?</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本日の教育記録は、警備員指導教育責任者が作成し、所定の期間保存します。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Today's training record is prepared by the Instruction Supervisor and retained for the prescribed period.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第10時限｜業務別教育6 警報装置その他当該警備業務を実施するために使用する機器の使用方法</dc:title>
  <dc:subject>PptxGenJS Presentation</dc:subject>
  <dc:creator>警備員指導教育責任者</dc:creator>
  <cp:lastModifiedBy>警備員指導教育責任者</cp:lastModifiedBy>
  <cp:revision>1</cp:revision>
  <dcterms:created xsi:type="dcterms:W3CDTF">2026-08-10T14:54:46Z</dcterms:created>
  <dcterms:modified xsi:type="dcterms:W3CDTF">2026-08-10T14:54:46Z</dcterms:modified>
</cp:coreProperties>
</file>