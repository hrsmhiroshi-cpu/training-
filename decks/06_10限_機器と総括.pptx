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最初の60秒。2名の配置</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地区表示を読む→一報→現場確認。単独行動の回避と受信機の常駐は両立しない。選んだ方を説明する。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Read the zone, report, then verify. Not going alone and manning the panel cannot both hold — justify which you chose.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通報するか。110か119か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保全すべきもの。誰に依頼するか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何を後回しにするか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Pursuing the unauthorised entry. Life and fire come first — and record what you dropped, and why.</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Two zones at once makes a false alarm unlikely. Switch to full evacuation and call.</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防災センター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21:00. A department head from the client company comes to the security office.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FF4F8"/>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管理職であることは根拠になるか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The contract and the client's rules decide, not the person's rank.</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警備員に判断する権限はあるか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Your role ends at referral. A good working relationship does not change that.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断り方。関係を壊さずに断れるか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900" dirty="0"/>
          </a:p>
        </p:txBody>
      </p:sp>
      <p:sp>
        <p:nvSpPr>
          <p:cNvPr id="18" name="Shape 15"/>
          <p:cNvSpPr/>
          <p:nvPr/>
        </p:nvSpPr>
        <p:spPr>
          <a:xfrm>
            <a:off x="640080" y="3541014"/>
            <a:ext cx="10911535" cy="683514"/>
          </a:xfrm>
          <a:prstGeom prst="roundRect">
            <a:avLst>
              <a:gd name="adj" fmla="val 5351"/>
            </a:avLst>
          </a:prstGeom>
          <a:solidFill>
            <a:srgbClr val="E4F4F0"/>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保全の依頼は受けてよいか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Preserving means keeping; disclosing means handing over. Only the first is yours to accept.</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Decline. Looking and telling produces the same result as showing. Spot the rephrasing.</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Can they spot inject 1? The shift from "show me" to "look and tell me" is the heart of this case.</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最後に、各自が明日から変える行動を1つ、声に出して述べます。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To close, each person states aloud one thing they will change from tomorrow.</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2026-08-10T15:34:00Z</dcterms:created>
  <dcterms:modified xsi:type="dcterms:W3CDTF">2026-08-10T15:34:00Z</dcterms:modified>
</cp:coreProperties>
</file>