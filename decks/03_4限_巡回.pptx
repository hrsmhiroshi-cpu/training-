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Detect: find a problem before it becomes a loss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Deter: show that guards are patrolling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Document: leave evidence of what was done, in a form that can be shown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the three, documentation is the one most often forgotten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Carried out at set times. Less likely to be skipped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Records are consistent, and easy to show as contract performance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the timing can be learned from outside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time and route every day fixes the gaps in coverage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Timing and route are varied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Harder to predict, so the deterrent effect is stronger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Weakness: gaps in checking appear. It has to be designed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does not mean wandering. It means recombining a defined route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During working hours people are present. Expect to be spoken to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 night the floor is empty. Detection depends on the patrol alone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anyone remains in the building, know where they are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Choose routes and times that do not disturb the client's work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order you walk. Reverse it, split it, or change the start point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Top-down or bottom-up. Do not always use the same direction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you use the lift or the stairs is also a variable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However you vary it, every checkpoint must still be visited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you must visit, where the visit can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Passing by is not visiting. You must actually check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method varies by site. Reliability matters more than the method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you skip one, record that you skipped it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Where incidents are likely, or where the loss would be large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Power rooms, server rooms, archives, safes, hazardous-material stores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Emergency exits, fire doors, firefighting equipment, escape routes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Include the perimeter, loading bays, car parks and smoking areas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What cannot be seen. Camera blind spots and patrol blind spots are different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They change with the time of day, and increase after lights-out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New ones appear when equipment or furniture is moved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Designing a patrol means deciding how far to reduce the blind spots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ID cards, keys, and unlocked devices at empty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left on whiteboards, printouts left in the copier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Handouts left in meeting rooms, documents left on desks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read them. Record only the classification and the location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Lock status of server rooms, archives and safes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Windows, perimeter doors and loading bays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Signs of tailgating, and doors propped open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Perimeter fence, vehicles, and unattended items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Who remains in the building and where. Know who is working late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People without badges. Do not conclude; return them to the process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unwell. Speak to them, and do not make them stand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Cleaners and contractors entering and leaving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Whether anything blocks an emergency exit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Obstructions to fire doors, such as stoppers or boxes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Extinguishers, their inspection labels, and the area around hydrants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Leaks, unusual smells, unusual sounds, unusual temperature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530352"/>
          </a:xfrm>
          <a:prstGeom prst="roundRect">
            <a:avLst>
              <a:gd name="adj" fmla="val 6897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2344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80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9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Evidence of performance. Without it you cannot show the patrol happened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"Nothing to report" is also a result, and must be recorded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becomes the account of what was happening, for later investigation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is what shows the client that the contract was performed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223864" y="1810512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75104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38528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3320" y="2487168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Fact first, assessment second. Do not mix them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the time, place, object and condition specifically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stop at "nothing to report". Record what you checked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Write "unknown" where you did not know. Do not fill gaps with guesses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22960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07008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9536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Pass on what is unresolved, not what is finished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Points needing continued watch, and why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Anyone still in the building, works in progress, expected visitors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 not hand over verbally only. Put it in the record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23864" y="3931920"/>
            <a:ext cx="5327752" cy="1920240"/>
          </a:xfrm>
          <a:prstGeom prst="roundRect">
            <a:avLst>
              <a:gd name="adj" fmla="val 1905"/>
            </a:avLst>
          </a:prstGeom>
          <a:solidFill>
            <a:srgbClr val="F7FAFC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6744" y="4096512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5" name="Text 22"/>
          <p:cNvSpPr/>
          <p:nvPr/>
        </p:nvSpPr>
        <p:spPr>
          <a:xfrm>
            <a:off x="6406744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90792" y="4059936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2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43320" y="4608576"/>
            <a:ext cx="488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Recording a patrol you did not carry out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it all up later. Accuracy drops with time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Copying the contents of a document into your record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95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Writing your opinion or guess as though it were fact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847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847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22885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52488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52488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29285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26898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56501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56501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33298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4309110"/>
            <a:ext cx="10911535" cy="939546"/>
          </a:xfrm>
          <a:prstGeom prst="roundRect">
            <a:avLst>
              <a:gd name="adj" fmla="val 3893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60514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60514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373118"/>
            <a:ext cx="10033711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5358384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5385816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9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は避難障害で、その場で除去してよい数少ない例。F は「不確か」と報告に書けるかが要点。</a:t>
            </a:r>
            <a:endParaRPr lang="en-US" sz="9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may be cleared on the spot — one of the few. For F, the point is writing that you were unsure.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316736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2459736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8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23864" y="3081528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53562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535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136392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23864" y="4027932"/>
            <a:ext cx="5327752" cy="836676"/>
          </a:xfrm>
          <a:prstGeom prst="roundRect">
            <a:avLst>
              <a:gd name="adj" fmla="val 4372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29996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29996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82796"/>
            <a:ext cx="4596232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0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0080" y="4919472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4946904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22392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地下のため無線が通じない。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in the basement and the radio does not reach.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89821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3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3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1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9686239" y="438912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389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8872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25272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40080" y="211455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5343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5343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7855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0080" y="304038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7926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792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10438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40080" y="3966210"/>
            <a:ext cx="10911535" cy="825246"/>
          </a:xfrm>
          <a:prstGeom prst="roundRect">
            <a:avLst>
              <a:gd name="adj" fmla="val 4432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0509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0509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30218"/>
            <a:ext cx="10033711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2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8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0080" y="490118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2861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22392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8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1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8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0080" y="5907024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9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9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7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2026-08-10T15:50:45Z</dcterms:created>
  <dcterms:modified xsi:type="dcterms:W3CDTF">2026-08-10T15:50:45Z</dcterms:modified>
</cp:coreProperties>
</file>