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Detect: find a problem before it becomes a loss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Deter: show that guards are patrolling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Document: leave evidence of what was done, in a form that can be shown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the three, documentation is the one most often forgotten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Carried out at set times. Less likely to be skipped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are consistent, and easy to show as contract performance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the timing can be learned from outside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time and route every day fixes the gaps in coverage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Timing and route are varied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Harder to predict, so the deterrent effect is stronger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gaps in checking appear. It has to be designed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does not mean wandering. It means recombining a defined route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During working hours people are present. Expect to be spoken to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 night the floor is empty. Detection depends on the patrol alone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anyone remains in the building, know where they are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Choose routes and times that do not disturb the client's work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order you walk. Reverse it, split it, or change the start point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Top-down or bottom-up. Do not always use the same direction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you use the lift or the stairs is also a variable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However you vary it, every checkpoint must still be visited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you must visit, where the visit can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Passing by is not visiting. You must actually check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method varies by site. Reliability matters more than the method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skip one, record that you skipped it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incidents are likely, or where the loss would be large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Power rooms, server rooms, archives, safes, hazardous-material stores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Emergency exits, fire doors, firefighting equipment, escape routes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Include the perimeter, loading bays, car parks and smoking areas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cannot be seen. Camera blind spots and patrol blind spots are different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They change with the time of day, and increase after lights-out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New ones appear when equipment or furniture is moved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Designing a patrol means deciding how far to reduce the blind spots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 cards, keys, and unlocked devices at empty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left on whiteboards, printouts left in the copier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Handouts left in meeting rooms, documents left on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read them. Record only the classification and the location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Lock status of server rooms, archives and safes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Windows, perimeter doors and loading bays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Signs of tailgating, and doors propped open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Perimeter fence, vehicles, and unattended items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Who remains in the building and where. Know who is working late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People without badges. Do not conclude; return them to the process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unwell. Speak to them, and do not make them stand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Cleaners and contractors entering and leaving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anything blocks an emergency exit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Obstructions to fire doors, such as stoppers or boxes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Extinguishers, their inspection labels, and the area around hydrants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Leaks, unusual smells, unusual sounds, unusual temperature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Evidence of performance. Without it you cannot show the patrol happened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"Nothing to report" is also a result, and must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becomes the account of what was happening, for later investigation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what shows the client that the contract was performed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Fact first, assessment second. Do not mix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time, place, object and condition specifically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stop at "nothing to report". Record what you checked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"unknown" where you did not know. Do not fill gaps with guesses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 on what is unresolved, not what is finished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needing continued watch, and why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still in the building, works in progress, expected visitors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hand over verbally only. Put it in the record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Recording a patrol you did not carry 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it all up later. Accuracy drops with time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Copying the contents of a document into your record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your opinion or guess as though it were fact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56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56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1972818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4083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4083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036826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2756916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249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249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20924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541014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0903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0903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05022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33425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36168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搬入作業が継続中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避難障害。その場で除去してよい数少ない例。作業者に声をかけてから動かす。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blocks escape — one of the few things you may clear on the spot, after speaking to the workers.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482803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855464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 前回の記憶が不確か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不確かであることを報告に書く。写真と時刻を残せば、次の巡回で比較できる。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that you were unsure. A photograph and a time make the next round comparable.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③まで届いた班は少ない。設計の変更に踏み込めたかを評価する。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groups reach question 3. Credit those who changed the design of the next patrol.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2026-08-10T15:34:00Z</dcterms:created>
  <dcterms:modified xsi:type="dcterms:W3CDTF">2026-08-10T15:34:00Z</dcterms:modified>
</cp:coreProperties>
</file>