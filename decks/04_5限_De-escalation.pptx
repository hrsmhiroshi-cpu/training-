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別の来訪者が横から「その対応はおかしいんじゃないの」と割って入った。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visitor cuts in: "Isn't that the wrong way to handle it?"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A と B、どちらを選ぶか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B. A is a bare refusal that leaves the person no way to step back.</a:t>
            </a:r>
            <a:endParaRPr lang="en-US" sz="900" dirty="0"/>
          </a:p>
        </p:txBody>
      </p:sp>
      <p:sp>
        <p:nvSpPr>
          <p:cNvPr id="10" name="Shape 7"/>
          <p:cNvSpPr/>
          <p:nvPr/>
        </p:nvSpPr>
        <p:spPr>
          <a:xfrm>
            <a:off x="640080" y="1972818"/>
            <a:ext cx="10911535" cy="683514"/>
          </a:xfrm>
          <a:prstGeom prst="roundRect">
            <a:avLst>
              <a:gd name="adj" fmla="val 5351"/>
            </a:avLst>
          </a:prstGeom>
          <a:solidFill>
            <a:srgbClr val="E4F4F0"/>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C と D、どちらを選ぶか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D. C denies how they feel. The best sequence is B, then D.</a:t>
            </a:r>
            <a:endParaRPr lang="en-US" sz="900" dirty="0"/>
          </a:p>
        </p:txBody>
      </p:sp>
      <p:sp>
        <p:nvSpPr>
          <p:cNvPr id="14" name="Shape 11"/>
          <p:cNvSpPr/>
          <p:nvPr/>
        </p:nvSpPr>
        <p:spPr>
          <a:xfrm>
            <a:off x="640080" y="2756916"/>
            <a:ext cx="10911535" cy="683514"/>
          </a:xfrm>
          <a:prstGeom prst="roundRect">
            <a:avLst>
              <a:gd name="adj" fmla="val 5351"/>
            </a:avLst>
          </a:prstGeom>
          <a:solidFill>
            <a:srgbClr val="EFF4F8"/>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予定表の同姓は根拠になるか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It could be a different person with the same name. Do not conclude — ask the name and verify.</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周囲に来訪者がいることは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Reputation issue. You lower your voice first, and move them to a waiting area.</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respond. Do not invent a company position. Do not add parties to the exchange.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通りかかった社員の一人が「私が話しますよ」と間に入ろうとした。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 passing employee offers: "Let me talk to them."</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退去を求める根拠、誰の意思か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It rests on the site authority's intent. A guard does not order it on their own judgement.</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有形力を用いてよいか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Pulling them up or grabbing an arm can be assault. Force is not available here.</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見ている社員がいることは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Both People and Reputation are in play. Do not let a crowd form.</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いつ通報するか、何を伝えるか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engage with the content. "I am not in a position to comment" is enough. Refer to HR.</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2026-08-10T15:50:45Z</dcterms:created>
  <dcterms:modified xsi:type="dcterms:W3CDTF">2026-08-10T15:50:45Z</dcterms:modified>
</cp:coreProperties>
</file>