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・1972年まで、警備業務を規律する法律はなかった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Until 1972 there was no law regulating security work</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・第15条は、特別な権限を与えるものではないと明記している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Article 15 states expressly that the Act confers no special authority</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・逃げる相手を追わない。追跡の先で相手に触れれば有形力になる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If the chase ends in you touching them, that is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・Reputation：クライアント企業の信用。来訪者が最初に接するのは警備員である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A visitor's first contact is the guard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扱えない。被害届を受理するのは警察である。警備員が預かる根拠がない。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Reports are received by the police. A guard has no basis for holding one.</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立ち会わない。実施の場に加わらず、その場で上長へ連絡する。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attend. Stay out of the process itself, and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続いて、警備員に求められる資質と品格を扱います。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next, the qualities and conduct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2026-08-13T09:50:08Z</dcterms:created>
  <dcterms:modified xsi:type="dcterms:W3CDTF">2026-08-13T09:50:08Z</dcterms:modified>
</cp:coreProperties>
</file>